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1F1674-659B-4B8B-8F4C-ECA7A46DF7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DC8009F-6E2F-4A4A-B699-F54B8AAB39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60000" y="360000"/>
            <a:ext cx="720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ARCHERITAGE presentation preview test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